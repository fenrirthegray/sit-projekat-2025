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9" r:id="rId3"/>
    <p:sldId id="271" r:id="rId4"/>
    <p:sldId id="272" r:id="rId5"/>
    <p:sldId id="275" r:id="rId6"/>
    <p:sldId id="273" r:id="rId7"/>
    <p:sldId id="274" r:id="rId8"/>
    <p:sldId id="276" r:id="rId9"/>
    <p:sldId id="277" r:id="rId10"/>
    <p:sldId id="285" r:id="rId11"/>
    <p:sldId id="279" r:id="rId12"/>
    <p:sldId id="280" r:id="rId13"/>
    <p:sldId id="283" r:id="rId14"/>
    <p:sldId id="282" r:id="rId15"/>
    <p:sldId id="284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A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6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9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8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0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8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7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818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9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4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63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84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7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AA72EA0-18AA-480E-9AD6-33A472436EE4}" type="datetimeFigureOut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0153785-E95F-416E-909D-E4F5A7B03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9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C3EF4A0-DBCC-48D3-4D9B-A7C66686A82F}"/>
              </a:ext>
            </a:extLst>
          </p:cNvPr>
          <p:cNvGrpSpPr/>
          <p:nvPr/>
        </p:nvGrpSpPr>
        <p:grpSpPr>
          <a:xfrm>
            <a:off x="979702" y="247399"/>
            <a:ext cx="10189274" cy="6369752"/>
            <a:chOff x="979702" y="247399"/>
            <a:chExt cx="10189274" cy="6369752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Diffused/>
                      </a14:imgEffect>
                      <a14:imgEffect>
                        <a14:sharpenSoften amount="-75000"/>
                      </a14:imgEffect>
                      <a14:imgEffect>
                        <a14:colorTemperature colorTemp="11500"/>
                      </a14:imgEffect>
                      <a14:imgEffect>
                        <a14:brightnessContrast brigh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8EE2CE5-CAC5-2355-A1FE-B4132E34F7A1}"/>
                </a:ext>
              </a:extLst>
            </p:cNvPr>
            <p:cNvSpPr/>
            <p:nvPr/>
          </p:nvSpPr>
          <p:spPr>
            <a:xfrm>
              <a:off x="979702" y="1329603"/>
              <a:ext cx="550506" cy="419877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C7B3251-C615-3AA0-CE0F-2C1C04FF1981}"/>
                </a:ext>
              </a:extLst>
            </p:cNvPr>
            <p:cNvSpPr/>
            <p:nvPr/>
          </p:nvSpPr>
          <p:spPr>
            <a:xfrm>
              <a:off x="1999954" y="1908506"/>
              <a:ext cx="550506" cy="305111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CE65938-B572-EEF9-0903-B26284176F8B}"/>
                </a:ext>
              </a:extLst>
            </p:cNvPr>
            <p:cNvSpPr/>
            <p:nvPr/>
          </p:nvSpPr>
          <p:spPr>
            <a:xfrm>
              <a:off x="1488254" y="2434852"/>
              <a:ext cx="550506" cy="200141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6CB9B4B-48FC-92A6-14D5-7BEF4CCCB8A1}"/>
                </a:ext>
              </a:extLst>
            </p:cNvPr>
            <p:cNvSpPr/>
            <p:nvPr/>
          </p:nvSpPr>
          <p:spPr>
            <a:xfrm>
              <a:off x="2547312" y="946925"/>
              <a:ext cx="550506" cy="496413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AACB22A-DD1B-7FF2-6BB7-DA5095D3C283}"/>
                </a:ext>
              </a:extLst>
            </p:cNvPr>
            <p:cNvSpPr/>
            <p:nvPr/>
          </p:nvSpPr>
          <p:spPr>
            <a:xfrm>
              <a:off x="3069975" y="564438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E28AEDF-5924-A91B-9710-71BA039C265B}"/>
                </a:ext>
              </a:extLst>
            </p:cNvPr>
            <p:cNvSpPr/>
            <p:nvPr/>
          </p:nvSpPr>
          <p:spPr>
            <a:xfrm>
              <a:off x="3618852" y="2497073"/>
              <a:ext cx="550506" cy="18638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0D20E6E-FB02-2DEB-4691-EFBF4DE15826}"/>
                </a:ext>
              </a:extLst>
            </p:cNvPr>
            <p:cNvSpPr/>
            <p:nvPr/>
          </p:nvSpPr>
          <p:spPr>
            <a:xfrm>
              <a:off x="4124333" y="1617093"/>
              <a:ext cx="550506" cy="362381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E7E2B8B-26ED-CE3E-B2D1-BF56D97066DF}"/>
                </a:ext>
              </a:extLst>
            </p:cNvPr>
            <p:cNvSpPr/>
            <p:nvPr/>
          </p:nvSpPr>
          <p:spPr>
            <a:xfrm>
              <a:off x="5225345" y="1144131"/>
              <a:ext cx="550506" cy="456973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7B55485-6431-2ABD-5B8E-A570B302777F}"/>
                </a:ext>
              </a:extLst>
            </p:cNvPr>
            <p:cNvSpPr/>
            <p:nvPr/>
          </p:nvSpPr>
          <p:spPr>
            <a:xfrm>
              <a:off x="5775851" y="2050082"/>
              <a:ext cx="550506" cy="27578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6C422D5-910F-3CB8-CD43-7DB470785EA4}"/>
                </a:ext>
              </a:extLst>
            </p:cNvPr>
            <p:cNvSpPr/>
            <p:nvPr/>
          </p:nvSpPr>
          <p:spPr>
            <a:xfrm>
              <a:off x="6859681" y="1754051"/>
              <a:ext cx="550506" cy="334988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3570C19-FA0C-5A3F-01B5-1D6B7B24BB08}"/>
                </a:ext>
              </a:extLst>
            </p:cNvPr>
            <p:cNvSpPr/>
            <p:nvPr/>
          </p:nvSpPr>
          <p:spPr>
            <a:xfrm>
              <a:off x="7410187" y="1011229"/>
              <a:ext cx="550506" cy="483553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B78DDAB-5BA3-F48C-43DB-762EF9131E0A}"/>
                </a:ext>
              </a:extLst>
            </p:cNvPr>
            <p:cNvSpPr/>
            <p:nvPr/>
          </p:nvSpPr>
          <p:spPr>
            <a:xfrm>
              <a:off x="7959064" y="1878874"/>
              <a:ext cx="550506" cy="31002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CFE1BA5-9467-734C-3D84-2AB96D70EA95}"/>
                </a:ext>
              </a:extLst>
            </p:cNvPr>
            <p:cNvSpPr/>
            <p:nvPr/>
          </p:nvSpPr>
          <p:spPr>
            <a:xfrm>
              <a:off x="9015051" y="1579225"/>
              <a:ext cx="550506" cy="36995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59974F6-380F-5E9A-C639-A98415490F43}"/>
                </a:ext>
              </a:extLst>
            </p:cNvPr>
            <p:cNvSpPr/>
            <p:nvPr/>
          </p:nvSpPr>
          <p:spPr>
            <a:xfrm>
              <a:off x="9563168" y="570998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384BD42-23B9-D9D7-77DA-E7A964C1BB10}"/>
                </a:ext>
              </a:extLst>
            </p:cNvPr>
            <p:cNvSpPr/>
            <p:nvPr/>
          </p:nvSpPr>
          <p:spPr>
            <a:xfrm>
              <a:off x="10114434" y="2388878"/>
              <a:ext cx="550506" cy="208022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5D2EDC0B-1EA1-96D9-3CDD-7B9DC62F8BEF}"/>
                </a:ext>
              </a:extLst>
            </p:cNvPr>
            <p:cNvSpPr/>
            <p:nvPr/>
          </p:nvSpPr>
          <p:spPr>
            <a:xfrm>
              <a:off x="4674459" y="498765"/>
              <a:ext cx="550506" cy="572912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DA907B0-22FE-5785-3000-5A66439B4627}"/>
                </a:ext>
              </a:extLst>
            </p:cNvPr>
            <p:cNvSpPr/>
            <p:nvPr/>
          </p:nvSpPr>
          <p:spPr>
            <a:xfrm>
              <a:off x="6317766" y="253969"/>
              <a:ext cx="550506" cy="63631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A01B7FE-B1FD-8979-C639-4AB9257C96CE}"/>
                </a:ext>
              </a:extLst>
            </p:cNvPr>
            <p:cNvSpPr/>
            <p:nvPr/>
          </p:nvSpPr>
          <p:spPr>
            <a:xfrm>
              <a:off x="8509570" y="247399"/>
              <a:ext cx="550506" cy="63631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3A67850-71ED-77EB-5828-5124F17C9DD3}"/>
                </a:ext>
              </a:extLst>
            </p:cNvPr>
            <p:cNvSpPr/>
            <p:nvPr/>
          </p:nvSpPr>
          <p:spPr>
            <a:xfrm>
              <a:off x="10618470" y="1159685"/>
              <a:ext cx="550506" cy="440071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EEDA136-CCBE-E302-1D56-259272FF3C17}"/>
              </a:ext>
            </a:extLst>
          </p:cNvPr>
          <p:cNvSpPr txBox="1"/>
          <p:nvPr/>
        </p:nvSpPr>
        <p:spPr>
          <a:xfrm>
            <a:off x="2121325" y="2180187"/>
            <a:ext cx="89433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5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ServeLogic : </a:t>
            </a:r>
          </a:p>
          <a:p>
            <a:pPr algn="ctr"/>
            <a:r>
              <a:rPr lang="pl-PL" sz="5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 za restoranski menadžment</a:t>
            </a:r>
          </a:p>
        </p:txBody>
      </p:sp>
    </p:spTree>
    <p:extLst>
      <p:ext uri="{BB962C8B-B14F-4D97-AF65-F5344CB8AC3E}">
        <p14:creationId xmlns:p14="http://schemas.microsoft.com/office/powerpoint/2010/main" val="223340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B03F6-A949-E41C-4825-0F7702A8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7422CE-44AE-A721-EB76-E0ACA92E88B5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90EF3-94BE-79FC-85FA-098038665187}"/>
              </a:ext>
            </a:extLst>
          </p:cNvPr>
          <p:cNvSpPr txBox="1"/>
          <p:nvPr/>
        </p:nvSpPr>
        <p:spPr>
          <a:xfrm>
            <a:off x="500335" y="1683595"/>
            <a:ext cx="113279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Članovi tima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Kanali komunikacije</a:t>
            </a:r>
          </a:p>
          <a:p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 verzija aplikacije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Dijagrami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Arhitektura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Razvoj</a:t>
            </a:r>
            <a:b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F15DA5-4D8E-7306-4968-951A4FFA987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55B8A32-553F-970D-C78F-169F2CFE7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53E056-307C-7CB7-C6D1-06EEFA3C0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4DAED4-F15C-02C5-DFEF-276A99153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AE6CA8-887F-BCA8-2167-60317B5B51ED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916474-4595-A7EA-69C4-E0A29201B703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00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7435F-DF1F-9EBD-87D9-E37B3A9D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18C43C-5BE2-E20F-C0D4-15BD56A7D49E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Članovi tima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D4E66-113E-59DD-5920-F4E3D8013D76}"/>
              </a:ext>
            </a:extLst>
          </p:cNvPr>
          <p:cNvSpPr txBox="1"/>
          <p:nvPr/>
        </p:nvSpPr>
        <p:spPr>
          <a:xfrm>
            <a:off x="500335" y="1683595"/>
            <a:ext cx="113279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Aleksandar Čolović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Jovan Stoiljković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Dušan Krstić</a:t>
            </a:r>
          </a:p>
          <a:p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Gojko Dikić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Boris Radosavljević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EC558A-A930-8D39-0254-6ED120A0F39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85E82DC-E014-7396-7194-C94BD8A4E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F4B18B7-C1ED-3760-FD14-1A8943900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5815F12-0656-323E-8AF0-DA9B18A0EE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A13303-A691-5B7C-ACCA-97B9DC382DC7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0E81E2-3AC4-079C-DA0C-E0048B621866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91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C5A9F-111B-4549-D1A9-A6561087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A3E6CB-AE27-663A-A509-4A158B5E390F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32A34-5A46-8B82-AE96-583C8F6CF12D}"/>
              </a:ext>
            </a:extLst>
          </p:cNvPr>
          <p:cNvSpPr txBox="1"/>
          <p:nvPr/>
        </p:nvSpPr>
        <p:spPr>
          <a:xfrm>
            <a:off x="500335" y="1683595"/>
            <a:ext cx="113279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Zašto baš ova aplikacija?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Naša aplikacija je namenjena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jednostavnom i brzom poručivanju hrane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sa fokusom na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korisničko iskustvo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lako snalaženje.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Cilj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da korisnik u što manje koraka pronađe hranu i završi porudžbinu.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Odlučili smo se za aplikaciju za poručivanje hrane jer je to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kojim se svi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svakodnevno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susrećemo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posebno kada smo preopterećeni obavezama i nemamo vremena za pripremanje obroka.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65F738-1D7E-6DE7-9B1B-607400C482E6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397ABE2-EFFE-B0D8-8BAE-BBB1049C86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C96137-F1A9-2A03-DCEF-28C673759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CCC8A3E-8C0C-1284-6834-9521BCD5D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B1BD15-10F4-32D6-B63F-ED8B05412E74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463457-0142-BE26-7DB9-512E8636CF1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0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0B5E5-98C3-DF09-DA4C-F1C760BB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75D19C-859B-3010-7E1A-12A3E6778C96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Osnovne funkcionalnosti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8C87-368C-DE13-C2EE-ABE234A6F44F}"/>
              </a:ext>
            </a:extLst>
          </p:cNvPr>
          <p:cNvSpPr txBox="1"/>
          <p:nvPr/>
        </p:nvSpPr>
        <p:spPr>
          <a:xfrm>
            <a:off x="500335" y="1683595"/>
            <a:ext cx="113279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Filozofija: jednostavnost, dostupnost, brzina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Jednostavnost</a:t>
            </a: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Jednostavnost je jedan od glavnih ciljeva aplikacije. Trudili smo se da korisnik bez dodatnih objašnjenja može da se snađe u aplikaciji i završi porudžbinu u nekoliko koraka.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Dostupnost</a:t>
            </a: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Dostupnost podrazumeva da je aplikacija prilagođena različitim korisnicima i da joj se može pristupiti u svakom trenutku.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Brzina</a:t>
            </a: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Brzina je ključna jer korisnici često poručuju hranu kada nemaju mnogo vremena.</a:t>
            </a:r>
            <a:b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F9E54B-2350-6E80-20CF-E3E5788DD162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2CF91BC-FB42-9BF4-A4F1-A0B13ED56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22A1140-952A-5E06-E062-1FCBD656A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03E1BF-BE10-21BE-6C99-2F5A6F844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1784FA-43FE-CD08-BE67-F2B2F7BE3745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4BC80E-6B8A-5251-2026-E530F1B66009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3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21BA9-97E9-907C-0C95-C9518A27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95B7AC-0D35-035B-6229-DE5F95A13AD2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Kanali komunikacije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7565B-9854-C5B3-BFFE-A7160FED498C}"/>
              </a:ext>
            </a:extLst>
          </p:cNvPr>
          <p:cNvSpPr txBox="1"/>
          <p:nvPr/>
        </p:nvSpPr>
        <p:spPr>
          <a:xfrm>
            <a:off x="500335" y="1683595"/>
            <a:ext cx="113279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Discord 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Glavna platforma za razmenu poruka i zakazivanje sastanaka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Dodatna platforma za ostavljanje komentara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047A0D-8E5F-1E38-967A-066B3876826F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F797670-760E-BC83-3381-7135121F1A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52E1E2-0E1C-4E6F-3A57-54134F9BF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D463A52-531E-6F2D-838B-2A60BA8A5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17795F-12A4-B5C7-B811-D3C21E5746BF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5C085F-46F4-E2D5-6C75-E5FFC1C26C6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25404D-381A-7E85-C7DB-088135768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263" y="1638081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0A770-789B-E7C7-83B2-0A6EE5DB1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77" y="3366540"/>
            <a:ext cx="605859" cy="6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3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4354A-6DC5-5707-3105-D6D20304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9B8B71-33E3-989D-96F0-8115A9525ED5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 verzija aplikacije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F0BF1-4306-6893-5107-E30B495E8B7F}"/>
              </a:ext>
            </a:extLst>
          </p:cNvPr>
          <p:cNvSpPr txBox="1"/>
          <p:nvPr/>
        </p:nvSpPr>
        <p:spPr>
          <a:xfrm>
            <a:off x="500335" y="1683595"/>
            <a:ext cx="11327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Glavna platforma za praćenje verzija softvera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Projects, Issues, Pull Requests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2098DC-416D-3435-B64E-7A9E8B45A8A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734C81-0AA1-1ADA-AFEE-CBAE44EC9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5BC8683-C8B8-8483-5DDA-773FAFC6F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1F22D1-42B6-28A4-D152-FA831CF5B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F93DE6-E4CA-6665-1DFF-B9E31473AC03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BAA382-9B70-6544-89EF-BF5468C1BB5D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F46BE0B-87C6-6C41-43B3-BA136AB9A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40" y="1523566"/>
            <a:ext cx="605859" cy="6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9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0A1ED-0C8E-6669-09EC-E1C10120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E430DC-CA80-1B61-0AD1-24A25BAE37A8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F5550-C3CF-CB83-E384-4621F5547199}"/>
              </a:ext>
            </a:extLst>
          </p:cNvPr>
          <p:cNvSpPr txBox="1"/>
          <p:nvPr/>
        </p:nvSpPr>
        <p:spPr>
          <a:xfrm>
            <a:off x="500335" y="1683595"/>
            <a:ext cx="113279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Astah Professional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slučajeva korišćenja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aktivnosti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sekvence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raspoređivanja softvera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6685BB-CDF6-C301-B8A1-FDBC3049085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6CC8B4-A799-89FF-BC7E-B68EF1329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61CF38C-F029-85BF-9984-DECE9006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B3D12E-1635-5EBE-05E1-223908ECE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445FBF-80D5-E0F3-85AF-7AE960D3E4F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2D08CB-564D-7194-ABC1-F214E4B8E3C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19EDD9-21DC-AC8E-448D-CB21CAF9427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512" y="1600955"/>
            <a:ext cx="474291" cy="4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0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BF6C4-50E4-D848-BA66-EC819618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7BF385-1394-3AD2-0EA5-626968DF9B6D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slučajeva korišćenja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A1F1C-82A8-B4B5-075E-A9FF67AA0EC1}"/>
              </a:ext>
            </a:extLst>
          </p:cNvPr>
          <p:cNvSpPr txBox="1"/>
          <p:nvPr/>
        </p:nvSpPr>
        <p:spPr>
          <a:xfrm>
            <a:off x="500335" y="1683595"/>
            <a:ext cx="11327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Paketi, Aktori, Slučajevi korišćenja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658932-3D65-18F6-7AE1-D3F0F9D98F86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16DA3A0-329B-9B64-D9E5-112E1836D7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A28399-1A4E-8A63-66ED-E79C843C0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25341A-ED7D-A434-AEF7-79AAFE84AD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38ADC0-524B-8A2B-B60E-2C1762E983EA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6BE068-1558-22A0-8F03-0FBA443B5527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593404E-3EDD-0CFE-1E3B-A752FD5DD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26" y="2257424"/>
            <a:ext cx="10056029" cy="429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0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88311-393C-0AAA-1691-78B10248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A01CCE-DC4F-5F41-75CA-6EF785F5C749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aktivnosti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85CCC-505F-88CD-961A-E05975F952F9}"/>
              </a:ext>
            </a:extLst>
          </p:cNvPr>
          <p:cNvSpPr txBox="1"/>
          <p:nvPr/>
        </p:nvSpPr>
        <p:spPr>
          <a:xfrm>
            <a:off x="500336" y="1683595"/>
            <a:ext cx="38621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Prijava na Sistem - Korisnik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Korisnik: Admin ili Kupac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Koraci prilikom prijave na sistem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AD81A4-A02C-5BFC-33EB-69F7E720F5B9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CD2FDFC-EECA-4926-0F86-A4134ECD2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A50A5B-38DF-B8E0-D8B6-BE9CC64B8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18D87E-F52A-217F-6E2D-846796278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66EB2B-51DC-9C56-609F-D78862F35C7D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CEB1A9-DE08-A635-DE17-EAA0C6CD8AD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EEC20DA-C0AC-F195-A46A-A6DC58E3D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3641" y="1719910"/>
            <a:ext cx="3998354" cy="457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2B499-A878-ACF8-74D4-4097E131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8AB1A3-71B0-3D65-1C1A-E0928791F188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sekvence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867F9-5B62-F25A-1262-DAD941F9D853}"/>
              </a:ext>
            </a:extLst>
          </p:cNvPr>
          <p:cNvSpPr txBox="1"/>
          <p:nvPr/>
        </p:nvSpPr>
        <p:spPr>
          <a:xfrm>
            <a:off x="500335" y="1683595"/>
            <a:ext cx="11327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Kreiranje porudžbine – Kupac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Koraci prilikom kreiranja porudžbine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CF570F-2A43-1A6E-7D46-862EABD08C6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A8A74CF-8516-65A6-DEB7-83763A619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56EFD2-F1E4-FD95-51F7-59E3BD64A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35C811-A11A-9AE3-92F7-97FF75C9C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015A3D-D671-1D25-910F-D5124D8F6AD7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5F3D7F-1775-7C10-0C33-2D7423D7C1B1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61FD99E-6998-0DEB-109E-459EA1531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618" y="1683595"/>
            <a:ext cx="5786591" cy="462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6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11DE2-13A8-03FD-8523-148BBDE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25434-A684-2AB0-45DC-71A1C9BEF60C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Dijagram raspoređivanja softvera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EF410-A1C0-3F75-92C4-65943E445C14}"/>
              </a:ext>
            </a:extLst>
          </p:cNvPr>
          <p:cNvSpPr txBox="1"/>
          <p:nvPr/>
        </p:nvSpPr>
        <p:spPr>
          <a:xfrm>
            <a:off x="500337" y="1683595"/>
            <a:ext cx="34371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 dela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Klijentski uređaj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Skladište podataka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8984E0-491E-D58A-F5B2-0A396F7A4DE4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5ED657-F9DE-C828-D530-F69AAB6E46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36F5F0-902E-B713-BC0E-A8C9AB8DD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12C4B86-C2C2-4FD9-4151-633410D6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342670-8029-2FD6-0516-1EEE0717A67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B4BFA4-2344-A855-DCA0-BE69AE78F88E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5CE237-4D57-AC4C-ECA6-12250A710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4233" y="2135542"/>
            <a:ext cx="7811082" cy="352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2C520-1E4B-89AE-3A74-FFB137CA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5F697C-E728-0F61-235F-64FF1F5A5D6B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Arhitektura sistema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35532-CF53-9658-935D-D3E32DCDB0C4}"/>
              </a:ext>
            </a:extLst>
          </p:cNvPr>
          <p:cNvSpPr txBox="1"/>
          <p:nvPr/>
        </p:nvSpPr>
        <p:spPr>
          <a:xfrm>
            <a:off x="500337" y="1683595"/>
            <a:ext cx="34371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Troslojna arhitektura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Prezentacioni sloj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Sloj poslovne logike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Sloj baze podataka</a:t>
            </a:r>
          </a:p>
          <a:p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02310F-90D5-480B-E1FF-DC2496C2CEE0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7FAD28-26FE-20EC-480D-192648843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34D0661-D7F3-9C9B-288B-9829C3B69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C41FD78-5AF4-D81F-A23E-D9DE24358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54348-EB64-68E6-0AA3-A7EEC6844FF8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561874-B295-3831-C4EF-3A2780637333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29163FB-6F45-C2B0-B661-9F8C83DCB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4376" y="1911086"/>
            <a:ext cx="6970939" cy="37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0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B99E7-144B-9C81-36D8-FAA66F6D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C4972C-EB27-5AD8-4F4C-7CF631F29621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Dizajn prototipa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C448B-0C30-C203-8D6F-BCE932ECAA38}"/>
              </a:ext>
            </a:extLst>
          </p:cNvPr>
          <p:cNvSpPr txBox="1"/>
          <p:nvPr/>
        </p:nvSpPr>
        <p:spPr>
          <a:xfrm>
            <a:off x="500335" y="1683595"/>
            <a:ext cx="11327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Figma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Ordering App (Kupac)								CMS App (Admin)</a:t>
            </a:r>
          </a:p>
          <a:p>
            <a:br>
              <a:rPr lang="sr-Latn-R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CECB30-D272-B9CF-F68D-7D133D1CB1E7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20B586D-C527-03B0-5AB5-F73603688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AACB7A8-359A-7D3D-C8E9-573B39AF6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CBA919-8CEF-373A-8F7A-C5A55DA22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333CDB-5B03-FA18-785D-18EEA87F167A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E1A457-4260-CF28-0082-93C76A07307C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C21B0B2-CC72-73B5-8154-026E4E89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3" y="1604866"/>
            <a:ext cx="587829" cy="402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FDA00-CFC3-4736-6399-97298AFF7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02" y="2779420"/>
            <a:ext cx="5152429" cy="3663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DE174-2073-C80B-5179-F36821ED8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0401" y="2779420"/>
            <a:ext cx="5152428" cy="36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BD1E9-6529-3D89-B885-C9AD398C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47F01-249A-5982-8A18-CE1E3116CC43}"/>
              </a:ext>
            </a:extLst>
          </p:cNvPr>
          <p:cNvSpPr txBox="1"/>
          <p:nvPr/>
        </p:nvSpPr>
        <p:spPr>
          <a:xfrm>
            <a:off x="1" y="559292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Razvoj aplikacije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15AA2-27DD-017B-F2DC-55808A6CB93E}"/>
              </a:ext>
            </a:extLst>
          </p:cNvPr>
          <p:cNvSpPr txBox="1"/>
          <p:nvPr/>
        </p:nvSpPr>
        <p:spPr>
          <a:xfrm>
            <a:off x="500335" y="1683595"/>
            <a:ext cx="113279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Tehnologija: Java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Vaadin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Backend: </a:t>
            </a:r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</a:p>
          <a:p>
            <a:endParaRPr 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</a:p>
          <a:p>
            <a:endParaRPr lang="sr-Latn-R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ArangoDB</a:t>
            </a:r>
          </a:p>
          <a:p>
            <a:endParaRPr lang="sr-Latn-R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TDB</a:t>
            </a:r>
            <a:b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A16DC9-0E5E-5BDF-8405-CC81EFF4CFC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A12F11A-943D-BF6F-A2D8-EC45B5E6E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80895C-BD97-57F2-B094-9149934852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5307D2-E196-0D6E-B4A9-F001AA0B8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E7A539-8CF7-77FF-D7BA-6DE70EABF0E4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03E6C7-2104-576F-4A01-D7F2DCFFA255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D2A8F8F-B394-DD49-8F8D-EA3849A09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393" y="1565732"/>
            <a:ext cx="457197" cy="472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EF738D-2E9B-687A-7BD9-5FDCA7AF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50" y="2328409"/>
            <a:ext cx="2826497" cy="919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D576A8-A2AC-FBE3-D9DD-FB5902F7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750" y="3710328"/>
            <a:ext cx="2494613" cy="1247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F1C22A-09C4-B8B2-C21F-0FD89790AB2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0876" y="2328409"/>
            <a:ext cx="2638343" cy="7444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1EAB28-1EB1-03F5-680D-9D339FB5C1F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180" y="3901076"/>
            <a:ext cx="2186871" cy="9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AA6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12DEF-DF9A-86CB-8AF6-CBB8C83C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1BE203-66EB-5211-7156-4FD5B0D2C4F1}"/>
              </a:ext>
            </a:extLst>
          </p:cNvPr>
          <p:cNvSpPr txBox="1"/>
          <p:nvPr/>
        </p:nvSpPr>
        <p:spPr>
          <a:xfrm>
            <a:off x="0" y="2798058"/>
            <a:ext cx="121919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Hvala na pažnji !</a:t>
            </a:r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D775EB-2CB1-23F5-A00B-C901999E3DFA}"/>
              </a:ext>
            </a:extLst>
          </p:cNvPr>
          <p:cNvGrpSpPr/>
          <p:nvPr/>
        </p:nvGrpSpPr>
        <p:grpSpPr>
          <a:xfrm>
            <a:off x="8348362" y="4333982"/>
            <a:ext cx="3520177" cy="2192784"/>
            <a:chOff x="8320370" y="4333982"/>
            <a:chExt cx="3520177" cy="219278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5DDD15-94AC-47CD-F259-2716DA62F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0370" y="4333982"/>
              <a:ext cx="3520177" cy="2192784"/>
            </a:xfrm>
            <a:prstGeom prst="line">
              <a:avLst/>
            </a:prstGeom>
            <a:ln w="635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4919E8-17BF-2563-9EDA-2D69907B56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574" y="4806964"/>
              <a:ext cx="2322749" cy="1466407"/>
            </a:xfrm>
            <a:prstGeom prst="line">
              <a:avLst/>
            </a:prstGeom>
            <a:ln w="381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89ECB5-167A-451D-F164-428485503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8921" y="4806964"/>
              <a:ext cx="2621329" cy="1702192"/>
            </a:xfrm>
            <a:prstGeom prst="line">
              <a:avLst/>
            </a:prstGeom>
            <a:ln w="25400" cap="sq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E63D58-8847-67F8-FB1F-DF8DABAA5132}"/>
              </a:ext>
            </a:extLst>
          </p:cNvPr>
          <p:cNvCxnSpPr/>
          <p:nvPr/>
        </p:nvCxnSpPr>
        <p:spPr>
          <a:xfrm>
            <a:off x="310748" y="1087597"/>
            <a:ext cx="0" cy="5355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8EBFD-06C2-F77C-A2C7-D3326A4EFE44}"/>
              </a:ext>
            </a:extLst>
          </p:cNvPr>
          <p:cNvCxnSpPr/>
          <p:nvPr/>
        </p:nvCxnSpPr>
        <p:spPr>
          <a:xfrm>
            <a:off x="111967" y="1436914"/>
            <a:ext cx="11383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32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337</TotalTime>
  <Words>347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Radosavljevic</dc:creator>
  <cp:lastModifiedBy>Boris Radosavljevic</cp:lastModifiedBy>
  <cp:revision>116</cp:revision>
  <dcterms:created xsi:type="dcterms:W3CDTF">2025-12-24T13:45:21Z</dcterms:created>
  <dcterms:modified xsi:type="dcterms:W3CDTF">2025-12-24T19:30:03Z</dcterms:modified>
</cp:coreProperties>
</file>